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39" r:id="rId2"/>
    <p:sldId id="512" r:id="rId3"/>
    <p:sldId id="494" r:id="rId4"/>
    <p:sldId id="498" r:id="rId5"/>
    <p:sldId id="514" r:id="rId6"/>
    <p:sldId id="537" r:id="rId7"/>
    <p:sldId id="538" r:id="rId8"/>
    <p:sldId id="41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72210-0E7D-47A3-BE97-D7F9E5A66BB5}" v="71" dt="2025-02-13T17:30:33.6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75" d="100"/>
          <a:sy n="75" d="100"/>
        </p:scale>
        <p:origin x="70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n V" userId="9093832f7df50d6b" providerId="LiveId" clId="{0BF72210-0E7D-47A3-BE97-D7F9E5A66BB5}"/>
    <pc:docChg chg="undo custSel addSld delSld modSld sldOrd">
      <pc:chgData name="Alin V" userId="9093832f7df50d6b" providerId="LiveId" clId="{0BF72210-0E7D-47A3-BE97-D7F9E5A66BB5}" dt="2025-02-13T17:30:37.641" v="459" actId="26606"/>
      <pc:docMkLst>
        <pc:docMk/>
      </pc:docMkLst>
      <pc:sldChg chg="addSp delSp modSp mod delAnim">
        <pc:chgData name="Alin V" userId="9093832f7df50d6b" providerId="LiveId" clId="{0BF72210-0E7D-47A3-BE97-D7F9E5A66BB5}" dt="2025-02-13T17:30:21.326" v="455" actId="27614"/>
        <pc:sldMkLst>
          <pc:docMk/>
          <pc:sldMk cId="2147206293" sldId="439"/>
        </pc:sldMkLst>
        <pc:spChg chg="del mod">
          <ac:chgData name="Alin V" userId="9093832f7df50d6b" providerId="LiveId" clId="{0BF72210-0E7D-47A3-BE97-D7F9E5A66BB5}" dt="2025-02-13T17:29:48.495" v="451" actId="478"/>
          <ac:spMkLst>
            <pc:docMk/>
            <pc:sldMk cId="2147206293" sldId="439"/>
            <ac:spMk id="2" creationId="{2DF3CEB2-D901-1F42-8C3A-8B7D9B75E8EC}"/>
          </ac:spMkLst>
        </pc:spChg>
        <pc:spChg chg="del mod">
          <ac:chgData name="Alin V" userId="9093832f7df50d6b" providerId="LiveId" clId="{0BF72210-0E7D-47A3-BE97-D7F9E5A66BB5}" dt="2025-02-13T17:29:51.360" v="452" actId="478"/>
          <ac:spMkLst>
            <pc:docMk/>
            <pc:sldMk cId="2147206293" sldId="439"/>
            <ac:spMk id="4" creationId="{00000000-0000-0000-0000-000000000000}"/>
          </ac:spMkLst>
        </pc:spChg>
        <pc:spChg chg="add del mod">
          <ac:chgData name="Alin V" userId="9093832f7df50d6b" providerId="LiveId" clId="{0BF72210-0E7D-47A3-BE97-D7F9E5A66BB5}" dt="2025-02-13T17:29:53.152" v="453" actId="478"/>
          <ac:spMkLst>
            <pc:docMk/>
            <pc:sldMk cId="2147206293" sldId="439"/>
            <ac:spMk id="5" creationId="{A0DEE357-CE59-9213-4B33-639160350EFE}"/>
          </ac:spMkLst>
        </pc:spChg>
        <pc:picChg chg="del">
          <ac:chgData name="Alin V" userId="9093832f7df50d6b" providerId="LiveId" clId="{0BF72210-0E7D-47A3-BE97-D7F9E5A66BB5}" dt="2025-02-13T17:29:45.830" v="450" actId="478"/>
          <ac:picMkLst>
            <pc:docMk/>
            <pc:sldMk cId="2147206293" sldId="439"/>
            <ac:picMk id="7" creationId="{46D441C3-9ED0-5B1F-5575-D382DB808F5A}"/>
          </ac:picMkLst>
        </pc:picChg>
        <pc:picChg chg="add mod">
          <ac:chgData name="Alin V" userId="9093832f7df50d6b" providerId="LiveId" clId="{0BF72210-0E7D-47A3-BE97-D7F9E5A66BB5}" dt="2025-02-13T17:30:21.326" v="455" actId="27614"/>
          <ac:picMkLst>
            <pc:docMk/>
            <pc:sldMk cId="2147206293" sldId="439"/>
            <ac:picMk id="8" creationId="{376F8F10-3208-64F8-06F1-3CA890C0FC90}"/>
          </ac:picMkLst>
        </pc:picChg>
      </pc:sldChg>
      <pc:sldChg chg="modSp del mod">
        <pc:chgData name="Alin V" userId="9093832f7df50d6b" providerId="LiveId" clId="{0BF72210-0E7D-47A3-BE97-D7F9E5A66BB5}" dt="2025-02-13T17:27:01.931" v="432" actId="47"/>
        <pc:sldMkLst>
          <pc:docMk/>
          <pc:sldMk cId="4176084657" sldId="440"/>
        </pc:sldMkLst>
      </pc:sldChg>
      <pc:sldChg chg="del">
        <pc:chgData name="Alin V" userId="9093832f7df50d6b" providerId="LiveId" clId="{0BF72210-0E7D-47A3-BE97-D7F9E5A66BB5}" dt="2025-02-03T16:54:10.070" v="399" actId="2696"/>
        <pc:sldMkLst>
          <pc:docMk/>
          <pc:sldMk cId="848499517" sldId="442"/>
        </pc:sldMkLst>
      </pc:sldChg>
      <pc:sldChg chg="add">
        <pc:chgData name="Alin V" userId="9093832f7df50d6b" providerId="LiveId" clId="{0BF72210-0E7D-47A3-BE97-D7F9E5A66BB5}" dt="2025-02-13T17:27:39.034" v="437"/>
        <pc:sldMkLst>
          <pc:docMk/>
          <pc:sldMk cId="1177842741" sldId="442"/>
        </pc:sldMkLst>
      </pc:sldChg>
      <pc:sldChg chg="add del">
        <pc:chgData name="Alin V" userId="9093832f7df50d6b" providerId="LiveId" clId="{0BF72210-0E7D-47A3-BE97-D7F9E5A66BB5}" dt="2025-02-13T17:27:34.188" v="435"/>
        <pc:sldMkLst>
          <pc:docMk/>
          <pc:sldMk cId="2432254868" sldId="442"/>
        </pc:sldMkLst>
      </pc:sldChg>
      <pc:sldChg chg="add del setBg">
        <pc:chgData name="Alin V" userId="9093832f7df50d6b" providerId="LiveId" clId="{0BF72210-0E7D-47A3-BE97-D7F9E5A66BB5}" dt="2025-02-13T17:27:15.022" v="433" actId="2696"/>
        <pc:sldMkLst>
          <pc:docMk/>
          <pc:sldMk cId="2598335730" sldId="442"/>
        </pc:sldMkLst>
      </pc:sldChg>
      <pc:sldChg chg="addSp delSp modSp add mod setBg delDesignElem">
        <pc:chgData name="Alin V" userId="9093832f7df50d6b" providerId="LiveId" clId="{0BF72210-0E7D-47A3-BE97-D7F9E5A66BB5}" dt="2025-02-13T17:29:31.374" v="448" actId="26606"/>
        <pc:sldMkLst>
          <pc:docMk/>
          <pc:sldMk cId="106787691" sldId="452"/>
        </pc:sldMkLst>
        <pc:spChg chg="del mod">
          <ac:chgData name="Alin V" userId="9093832f7df50d6b" providerId="LiveId" clId="{0BF72210-0E7D-47A3-BE97-D7F9E5A66BB5}" dt="2025-02-13T17:28:53.071" v="444" actId="478"/>
          <ac:spMkLst>
            <pc:docMk/>
            <pc:sldMk cId="106787691" sldId="452"/>
            <ac:spMk id="2" creationId="{5A2BCAD8-E08E-1B98-C9A0-A867870DF192}"/>
          </ac:spMkLst>
        </pc:spChg>
        <pc:spChg chg="mod">
          <ac:chgData name="Alin V" userId="9093832f7df50d6b" providerId="LiveId" clId="{0BF72210-0E7D-47A3-BE97-D7F9E5A66BB5}" dt="2025-02-13T17:29:23.163" v="446" actId="26606"/>
          <ac:spMkLst>
            <pc:docMk/>
            <pc:sldMk cId="106787691" sldId="452"/>
            <ac:spMk id="3" creationId="{938C215D-AE79-4441-9CEE-FA06624BCB36}"/>
          </ac:spMkLst>
        </pc:spChg>
        <pc:spChg chg="del">
          <ac:chgData name="Alin V" userId="9093832f7df50d6b" providerId="LiveId" clId="{0BF72210-0E7D-47A3-BE97-D7F9E5A66BB5}" dt="2025-02-13T17:28:54.493" v="445" actId="478"/>
          <ac:spMkLst>
            <pc:docMk/>
            <pc:sldMk cId="106787691" sldId="452"/>
            <ac:spMk id="4" creationId="{71B0F23D-47FB-9F93-AB2E-B22394052B12}"/>
          </ac:spMkLst>
        </pc:spChg>
        <pc:spChg chg="del">
          <ac:chgData name="Alin V" userId="9093832f7df50d6b" providerId="LiveId" clId="{0BF72210-0E7D-47A3-BE97-D7F9E5A66BB5}" dt="2025-02-13T17:28:50.717" v="442" actId="478"/>
          <ac:spMkLst>
            <pc:docMk/>
            <pc:sldMk cId="106787691" sldId="452"/>
            <ac:spMk id="6" creationId="{56511373-1E30-CFC0-731C-F0541B9AC4AC}"/>
          </ac:spMkLst>
        </pc:spChg>
        <pc:spChg chg="mod">
          <ac:chgData name="Alin V" userId="9093832f7df50d6b" providerId="LiveId" clId="{0BF72210-0E7D-47A3-BE97-D7F9E5A66BB5}" dt="2025-02-13T17:29:23.163" v="446" actId="26606"/>
          <ac:spMkLst>
            <pc:docMk/>
            <pc:sldMk cId="106787691" sldId="452"/>
            <ac:spMk id="14" creationId="{F1FC148B-D039-4C60-90BB-42ADCBC86D66}"/>
          </ac:spMkLst>
        </pc:spChg>
        <pc:spChg chg="add del">
          <ac:chgData name="Alin V" userId="9093832f7df50d6b" providerId="LiveId" clId="{0BF72210-0E7D-47A3-BE97-D7F9E5A66BB5}" dt="2025-02-13T17:29:31.374" v="448" actId="26606"/>
          <ac:spMkLst>
            <pc:docMk/>
            <pc:sldMk cId="106787691" sldId="452"/>
            <ac:spMk id="19" creationId="{F13C74B1-5B17-4795-BED0-7140497B445A}"/>
          </ac:spMkLst>
        </pc:spChg>
        <pc:spChg chg="add del">
          <ac:chgData name="Alin V" userId="9093832f7df50d6b" providerId="LiveId" clId="{0BF72210-0E7D-47A3-BE97-D7F9E5A66BB5}" dt="2025-02-13T17:29:31.374" v="448" actId="26606"/>
          <ac:spMkLst>
            <pc:docMk/>
            <pc:sldMk cId="106787691" sldId="452"/>
            <ac:spMk id="21" creationId="{D4974D33-8DC5-464E-8C6D-BE58F0669C17}"/>
          </ac:spMkLst>
        </pc:spChg>
        <pc:spChg chg="add">
          <ac:chgData name="Alin V" userId="9093832f7df50d6b" providerId="LiveId" clId="{0BF72210-0E7D-47A3-BE97-D7F9E5A66BB5}" dt="2025-02-13T17:29:31.374" v="448" actId="26606"/>
          <ac:spMkLst>
            <pc:docMk/>
            <pc:sldMk cId="106787691" sldId="452"/>
            <ac:spMk id="26" creationId="{F13C74B1-5B17-4795-BED0-7140497B445A}"/>
          </ac:spMkLst>
        </pc:spChg>
        <pc:spChg chg="add">
          <ac:chgData name="Alin V" userId="9093832f7df50d6b" providerId="LiveId" clId="{0BF72210-0E7D-47A3-BE97-D7F9E5A66BB5}" dt="2025-02-13T17:29:31.374" v="448" actId="26606"/>
          <ac:spMkLst>
            <pc:docMk/>
            <pc:sldMk cId="106787691" sldId="452"/>
            <ac:spMk id="28" creationId="{D4974D33-8DC5-464E-8C6D-BE58F0669C17}"/>
          </ac:spMkLst>
        </pc:spChg>
        <pc:picChg chg="mod ord">
          <ac:chgData name="Alin V" userId="9093832f7df50d6b" providerId="LiveId" clId="{0BF72210-0E7D-47A3-BE97-D7F9E5A66BB5}" dt="2025-02-13T17:29:31.374" v="448" actId="26606"/>
          <ac:picMkLst>
            <pc:docMk/>
            <pc:sldMk cId="106787691" sldId="452"/>
            <ac:picMk id="5" creationId="{6694829B-4C62-498A-9EE6-9C7CA6D873F9}"/>
          </ac:picMkLst>
        </pc:picChg>
      </pc:sldChg>
      <pc:sldChg chg="del">
        <pc:chgData name="Alin V" userId="9093832f7df50d6b" providerId="LiveId" clId="{0BF72210-0E7D-47A3-BE97-D7F9E5A66BB5}" dt="2025-02-03T16:38:40" v="65" actId="2696"/>
        <pc:sldMkLst>
          <pc:docMk/>
          <pc:sldMk cId="1754244006" sldId="452"/>
        </pc:sldMkLst>
      </pc:sldChg>
      <pc:sldChg chg="del">
        <pc:chgData name="Alin V" userId="9093832f7df50d6b" providerId="LiveId" clId="{0BF72210-0E7D-47A3-BE97-D7F9E5A66BB5}" dt="2025-02-03T16:38:40" v="65" actId="2696"/>
        <pc:sldMkLst>
          <pc:docMk/>
          <pc:sldMk cId="538454128" sldId="455"/>
        </pc:sldMkLst>
      </pc:sldChg>
      <pc:sldChg chg="add setBg">
        <pc:chgData name="Alin V" userId="9093832f7df50d6b" providerId="LiveId" clId="{0BF72210-0E7D-47A3-BE97-D7F9E5A66BB5}" dt="2025-02-03T16:38:46.179" v="70"/>
        <pc:sldMkLst>
          <pc:docMk/>
          <pc:sldMk cId="1879823577" sldId="455"/>
        </pc:sldMkLst>
      </pc:sldChg>
      <pc:sldChg chg="delSp modSp add mod setBg delDesignElem">
        <pc:chgData name="Alin V" userId="9093832f7df50d6b" providerId="LiveId" clId="{0BF72210-0E7D-47A3-BE97-D7F9E5A66BB5}" dt="2025-02-03T17:52:58.540" v="430" actId="14100"/>
        <pc:sldMkLst>
          <pc:docMk/>
          <pc:sldMk cId="1919218442" sldId="459"/>
        </pc:sldMkLst>
        <pc:picChg chg="mod">
          <ac:chgData name="Alin V" userId="9093832f7df50d6b" providerId="LiveId" clId="{0BF72210-0E7D-47A3-BE97-D7F9E5A66BB5}" dt="2025-02-03T17:52:58.540" v="430" actId="14100"/>
          <ac:picMkLst>
            <pc:docMk/>
            <pc:sldMk cId="1919218442" sldId="459"/>
            <ac:picMk id="3" creationId="{30127944-6953-4596-8DDD-202B8B65D05E}"/>
          </ac:picMkLst>
        </pc:picChg>
      </pc:sldChg>
      <pc:sldChg chg="del">
        <pc:chgData name="Alin V" userId="9093832f7df50d6b" providerId="LiveId" clId="{0BF72210-0E7D-47A3-BE97-D7F9E5A66BB5}" dt="2025-02-03T16:38:40" v="65" actId="2696"/>
        <pc:sldMkLst>
          <pc:docMk/>
          <pc:sldMk cId="2003258122" sldId="459"/>
        </pc:sldMkLst>
      </pc:sldChg>
      <pc:sldChg chg="modSp mod">
        <pc:chgData name="Alin V" userId="9093832f7df50d6b" providerId="LiveId" clId="{0BF72210-0E7D-47A3-BE97-D7F9E5A66BB5}" dt="2025-02-03T16:41:37.538" v="196" actId="20577"/>
        <pc:sldMkLst>
          <pc:docMk/>
          <pc:sldMk cId="2527533017" sldId="464"/>
        </pc:sldMkLst>
        <pc:spChg chg="mod">
          <ac:chgData name="Alin V" userId="9093832f7df50d6b" providerId="LiveId" clId="{0BF72210-0E7D-47A3-BE97-D7F9E5A66BB5}" dt="2025-02-03T16:41:37.538" v="196" actId="20577"/>
          <ac:spMkLst>
            <pc:docMk/>
            <pc:sldMk cId="2527533017" sldId="464"/>
            <ac:spMk id="5" creationId="{553C7672-513B-4E43-89B1-8E5AB79FD9CF}"/>
          </ac:spMkLst>
        </pc:spChg>
      </pc:sldChg>
      <pc:sldChg chg="delSp modSp add mod setBg delDesignElem">
        <pc:chgData name="Alin V" userId="9093832f7df50d6b" providerId="LiveId" clId="{0BF72210-0E7D-47A3-BE97-D7F9E5A66BB5}" dt="2025-02-03T17:53:58.464" v="431" actId="14100"/>
        <pc:sldMkLst>
          <pc:docMk/>
          <pc:sldMk cId="363084877" sldId="465"/>
        </pc:sldMkLst>
        <pc:picChg chg="mod">
          <ac:chgData name="Alin V" userId="9093832f7df50d6b" providerId="LiveId" clId="{0BF72210-0E7D-47A3-BE97-D7F9E5A66BB5}" dt="2025-02-03T17:53:58.464" v="431" actId="14100"/>
          <ac:picMkLst>
            <pc:docMk/>
            <pc:sldMk cId="363084877" sldId="465"/>
            <ac:picMk id="3" creationId="{1ABCB5F9-EC9E-1917-6AEF-0A096529B85C}"/>
          </ac:picMkLst>
        </pc:picChg>
      </pc:sldChg>
      <pc:sldChg chg="del">
        <pc:chgData name="Alin V" userId="9093832f7df50d6b" providerId="LiveId" clId="{0BF72210-0E7D-47A3-BE97-D7F9E5A66BB5}" dt="2025-02-03T16:38:40" v="65" actId="2696"/>
        <pc:sldMkLst>
          <pc:docMk/>
          <pc:sldMk cId="650664273" sldId="465"/>
        </pc:sldMkLst>
      </pc:sldChg>
      <pc:sldChg chg="del">
        <pc:chgData name="Alin V" userId="9093832f7df50d6b" providerId="LiveId" clId="{0BF72210-0E7D-47A3-BE97-D7F9E5A66BB5}" dt="2025-02-03T16:38:40" v="65" actId="2696"/>
        <pc:sldMkLst>
          <pc:docMk/>
          <pc:sldMk cId="771388527" sldId="466"/>
        </pc:sldMkLst>
      </pc:sldChg>
      <pc:sldChg chg="delSp add setBg delDesignElem">
        <pc:chgData name="Alin V" userId="9093832f7df50d6b" providerId="LiveId" clId="{0BF72210-0E7D-47A3-BE97-D7F9E5A66BB5}" dt="2025-02-03T16:38:46.179" v="70"/>
        <pc:sldMkLst>
          <pc:docMk/>
          <pc:sldMk cId="2712806472" sldId="466"/>
        </pc:sldMkLst>
      </pc:sldChg>
      <pc:sldChg chg="modSp mod">
        <pc:chgData name="Alin V" userId="9093832f7df50d6b" providerId="LiveId" clId="{0BF72210-0E7D-47A3-BE97-D7F9E5A66BB5}" dt="2025-02-03T16:42:37.813" v="279" actId="20577"/>
        <pc:sldMkLst>
          <pc:docMk/>
          <pc:sldMk cId="4015114741" sldId="477"/>
        </pc:sldMkLst>
        <pc:spChg chg="mod">
          <ac:chgData name="Alin V" userId="9093832f7df50d6b" providerId="LiveId" clId="{0BF72210-0E7D-47A3-BE97-D7F9E5A66BB5}" dt="2025-02-03T16:42:37.813" v="279" actId="20577"/>
          <ac:spMkLst>
            <pc:docMk/>
            <pc:sldMk cId="4015114741" sldId="477"/>
            <ac:spMk id="7" creationId="{2197F091-90D5-B84B-9229-84D574831A22}"/>
          </ac:spMkLst>
        </pc:spChg>
      </pc:sldChg>
      <pc:sldChg chg="addSp">
        <pc:chgData name="Alin V" userId="9093832f7df50d6b" providerId="LiveId" clId="{0BF72210-0E7D-47A3-BE97-D7F9E5A66BB5}" dt="2025-02-13T17:27:34.253" v="436"/>
        <pc:sldMkLst>
          <pc:docMk/>
          <pc:sldMk cId="352336718" sldId="487"/>
        </pc:sldMkLst>
        <pc:picChg chg="add">
          <ac:chgData name="Alin V" userId="9093832f7df50d6b" providerId="LiveId" clId="{0BF72210-0E7D-47A3-BE97-D7F9E5A66BB5}" dt="2025-02-13T17:27:34.253" v="436"/>
          <ac:picMkLst>
            <pc:docMk/>
            <pc:sldMk cId="352336718" sldId="487"/>
            <ac:picMk id="2" creationId="{C4D2FC6D-40EF-0F3C-2147-2F567B4CB3BD}"/>
          </ac:picMkLst>
        </pc:picChg>
      </pc:sldChg>
      <pc:sldChg chg="modSp mod">
        <pc:chgData name="Alin V" userId="9093832f7df50d6b" providerId="LiveId" clId="{0BF72210-0E7D-47A3-BE97-D7F9E5A66BB5}" dt="2025-02-03T16:42:28.941" v="276" actId="14100"/>
        <pc:sldMkLst>
          <pc:docMk/>
          <pc:sldMk cId="2403314651" sldId="488"/>
        </pc:sldMkLst>
        <pc:spChg chg="mod">
          <ac:chgData name="Alin V" userId="9093832f7df50d6b" providerId="LiveId" clId="{0BF72210-0E7D-47A3-BE97-D7F9E5A66BB5}" dt="2025-02-03T16:42:28.941" v="276" actId="14100"/>
          <ac:spMkLst>
            <pc:docMk/>
            <pc:sldMk cId="2403314651" sldId="488"/>
            <ac:spMk id="7" creationId="{153803B9-BFCF-91C3-157C-07CAFE664981}"/>
          </ac:spMkLst>
        </pc:spChg>
      </pc:sldChg>
      <pc:sldChg chg="addSp modSp add mod ord">
        <pc:chgData name="Alin V" userId="9093832f7df50d6b" providerId="LiveId" clId="{0BF72210-0E7D-47A3-BE97-D7F9E5A66BB5}" dt="2025-02-03T16:40:15.007" v="95" actId="20577"/>
        <pc:sldMkLst>
          <pc:docMk/>
          <pc:sldMk cId="2551469220" sldId="489"/>
        </pc:sldMkLst>
        <pc:spChg chg="add mod">
          <ac:chgData name="Alin V" userId="9093832f7df50d6b" providerId="LiveId" clId="{0BF72210-0E7D-47A3-BE97-D7F9E5A66BB5}" dt="2025-02-03T16:40:07.197" v="92" actId="21"/>
          <ac:spMkLst>
            <pc:docMk/>
            <pc:sldMk cId="2551469220" sldId="489"/>
            <ac:spMk id="5" creationId="{BB1E1CB2-B805-0D1A-997B-E3B9E873D8EB}"/>
          </ac:spMkLst>
        </pc:spChg>
        <pc:spChg chg="mod">
          <ac:chgData name="Alin V" userId="9093832f7df50d6b" providerId="LiveId" clId="{0BF72210-0E7D-47A3-BE97-D7F9E5A66BB5}" dt="2025-02-03T16:40:15.007" v="95" actId="20577"/>
          <ac:spMkLst>
            <pc:docMk/>
            <pc:sldMk cId="2551469220" sldId="489"/>
            <ac:spMk id="6" creationId="{4F487FAA-C65D-11F0-76E9-74E6F5D823B7}"/>
          </ac:spMkLst>
        </pc:spChg>
        <pc:spChg chg="add mod">
          <ac:chgData name="Alin V" userId="9093832f7df50d6b" providerId="LiveId" clId="{0BF72210-0E7D-47A3-BE97-D7F9E5A66BB5}" dt="2025-02-03T16:39:49.769" v="87" actId="21"/>
          <ac:spMkLst>
            <pc:docMk/>
            <pc:sldMk cId="2551469220" sldId="489"/>
            <ac:spMk id="7" creationId="{E8EF1755-2F62-5F48-0AA0-31E42C363AA9}"/>
          </ac:spMkLst>
        </pc:spChg>
        <pc:picChg chg="add">
          <ac:chgData name="Alin V" userId="9093832f7df50d6b" providerId="LiveId" clId="{0BF72210-0E7D-47A3-BE97-D7F9E5A66BB5}" dt="2025-02-03T16:39:46.486" v="86"/>
          <ac:picMkLst>
            <pc:docMk/>
            <pc:sldMk cId="2551469220" sldId="489"/>
            <ac:picMk id="1029" creationId="{DCCB5F87-2DA6-5FA6-23E6-7DF39CAB7420}"/>
          </ac:picMkLst>
        </pc:picChg>
      </pc:sldChg>
      <pc:sldChg chg="add">
        <pc:chgData name="Alin V" userId="9093832f7df50d6b" providerId="LiveId" clId="{0BF72210-0E7D-47A3-BE97-D7F9E5A66BB5}" dt="2025-02-03T16:41:44.492" v="197" actId="2890"/>
        <pc:sldMkLst>
          <pc:docMk/>
          <pc:sldMk cId="2925904778" sldId="490"/>
        </pc:sldMkLst>
      </pc:sldChg>
      <pc:sldChg chg="add">
        <pc:chgData name="Alin V" userId="9093832f7df50d6b" providerId="LiveId" clId="{0BF72210-0E7D-47A3-BE97-D7F9E5A66BB5}" dt="2025-02-03T16:42:04.298" v="231" actId="2890"/>
        <pc:sldMkLst>
          <pc:docMk/>
          <pc:sldMk cId="2189561274" sldId="491"/>
        </pc:sldMkLst>
      </pc:sldChg>
      <pc:sldChg chg="addSp delSp modSp add del mod ord">
        <pc:chgData name="Alin V" userId="9093832f7df50d6b" providerId="LiveId" clId="{0BF72210-0E7D-47A3-BE97-D7F9E5A66BB5}" dt="2025-02-03T16:54:10.070" v="399" actId="2696"/>
        <pc:sldMkLst>
          <pc:docMk/>
          <pc:sldMk cId="599879792" sldId="492"/>
        </pc:sldMkLst>
      </pc:sldChg>
      <pc:sldChg chg="add del">
        <pc:chgData name="Alin V" userId="9093832f7df50d6b" providerId="LiveId" clId="{0BF72210-0E7D-47A3-BE97-D7F9E5A66BB5}" dt="2025-02-13T17:27:34.188" v="435"/>
        <pc:sldMkLst>
          <pc:docMk/>
          <pc:sldMk cId="1267209636" sldId="492"/>
        </pc:sldMkLst>
      </pc:sldChg>
      <pc:sldChg chg="delSp add del setBg delDesignElem">
        <pc:chgData name="Alin V" userId="9093832f7df50d6b" providerId="LiveId" clId="{0BF72210-0E7D-47A3-BE97-D7F9E5A66BB5}" dt="2025-02-13T17:27:15.022" v="433" actId="2696"/>
        <pc:sldMkLst>
          <pc:docMk/>
          <pc:sldMk cId="2113890200" sldId="492"/>
        </pc:sldMkLst>
      </pc:sldChg>
      <pc:sldChg chg="add">
        <pc:chgData name="Alin V" userId="9093832f7df50d6b" providerId="LiveId" clId="{0BF72210-0E7D-47A3-BE97-D7F9E5A66BB5}" dt="2025-02-13T17:27:39.034" v="437"/>
        <pc:sldMkLst>
          <pc:docMk/>
          <pc:sldMk cId="3312284211" sldId="492"/>
        </pc:sldMkLst>
      </pc:sldChg>
      <pc:sldChg chg="modSp add mod ord">
        <pc:chgData name="Alin V" userId="9093832f7df50d6b" providerId="LiveId" clId="{0BF72210-0E7D-47A3-BE97-D7F9E5A66BB5}" dt="2025-02-03T16:55:17.365" v="429" actId="20577"/>
        <pc:sldMkLst>
          <pc:docMk/>
          <pc:sldMk cId="3767212246" sldId="493"/>
        </pc:sldMkLst>
        <pc:spChg chg="mod">
          <ac:chgData name="Alin V" userId="9093832f7df50d6b" providerId="LiveId" clId="{0BF72210-0E7D-47A3-BE97-D7F9E5A66BB5}" dt="2025-02-03T16:55:17.365" v="429" actId="20577"/>
          <ac:spMkLst>
            <pc:docMk/>
            <pc:sldMk cId="3767212246" sldId="493"/>
            <ac:spMk id="6" creationId="{7628130C-8470-420E-721F-E643BF95F424}"/>
          </ac:spMkLst>
        </pc:spChg>
      </pc:sldChg>
      <pc:sldChg chg="addSp delSp modSp add mod">
        <pc:chgData name="Alin V" userId="9093832f7df50d6b" providerId="LiveId" clId="{0BF72210-0E7D-47A3-BE97-D7F9E5A66BB5}" dt="2025-02-13T17:30:37.641" v="459" actId="26606"/>
        <pc:sldMkLst>
          <pc:docMk/>
          <pc:sldMk cId="3989058691" sldId="494"/>
        </pc:sldMkLst>
        <pc:spChg chg="mod ord">
          <ac:chgData name="Alin V" userId="9093832f7df50d6b" providerId="LiveId" clId="{0BF72210-0E7D-47A3-BE97-D7F9E5A66BB5}" dt="2025-02-13T17:30:37.641" v="459" actId="26606"/>
          <ac:spMkLst>
            <pc:docMk/>
            <pc:sldMk cId="3989058691" sldId="494"/>
            <ac:spMk id="2" creationId="{60F1FC67-7841-0133-1A76-2D7EC11A3AE5}"/>
          </ac:spMkLst>
        </pc:spChg>
        <pc:spChg chg="mod ord">
          <ac:chgData name="Alin V" userId="9093832f7df50d6b" providerId="LiveId" clId="{0BF72210-0E7D-47A3-BE97-D7F9E5A66BB5}" dt="2025-02-13T17:30:37.641" v="459" actId="26606"/>
          <ac:spMkLst>
            <pc:docMk/>
            <pc:sldMk cId="3989058691" sldId="494"/>
            <ac:spMk id="4" creationId="{FBA4DB00-153F-3B1A-6EAF-6B9DB7BCF5FB}"/>
          </ac:spMkLst>
        </pc:spChg>
        <pc:spChg chg="del">
          <ac:chgData name="Alin V" userId="9093832f7df50d6b" providerId="LiveId" clId="{0BF72210-0E7D-47A3-BE97-D7F9E5A66BB5}" dt="2025-02-13T17:30:37.641" v="459" actId="26606"/>
          <ac:spMkLst>
            <pc:docMk/>
            <pc:sldMk cId="3989058691" sldId="494"/>
            <ac:spMk id="42" creationId="{03670289-9C77-467C-4C00-87669C1B6D7E}"/>
          </ac:spMkLst>
        </pc:spChg>
        <pc:spChg chg="del">
          <ac:chgData name="Alin V" userId="9093832f7df50d6b" providerId="LiveId" clId="{0BF72210-0E7D-47A3-BE97-D7F9E5A66BB5}" dt="2025-02-13T17:30:37.641" v="459" actId="26606"/>
          <ac:spMkLst>
            <pc:docMk/>
            <pc:sldMk cId="3989058691" sldId="494"/>
            <ac:spMk id="44" creationId="{11CB07E5-D808-F34B-2FF5-848943B12A9F}"/>
          </ac:spMkLst>
        </pc:spChg>
        <pc:spChg chg="add">
          <ac:chgData name="Alin V" userId="9093832f7df50d6b" providerId="LiveId" clId="{0BF72210-0E7D-47A3-BE97-D7F9E5A66BB5}" dt="2025-02-13T17:30:37.641" v="459" actId="26606"/>
          <ac:spMkLst>
            <pc:docMk/>
            <pc:sldMk cId="3989058691" sldId="494"/>
            <ac:spMk id="49" creationId="{0A597D97-203B-498B-95D3-E90DC961039F}"/>
          </ac:spMkLst>
        </pc:spChg>
        <pc:spChg chg="add">
          <ac:chgData name="Alin V" userId="9093832f7df50d6b" providerId="LiveId" clId="{0BF72210-0E7D-47A3-BE97-D7F9E5A66BB5}" dt="2025-02-13T17:30:37.641" v="459" actId="26606"/>
          <ac:spMkLst>
            <pc:docMk/>
            <pc:sldMk cId="3989058691" sldId="494"/>
            <ac:spMk id="51" creationId="{6A6EF10E-DF41-4BD3-8EB4-6F646531DC26}"/>
          </ac:spMkLst>
        </pc:spChg>
        <pc:picChg chg="add mod">
          <ac:chgData name="Alin V" userId="9093832f7df50d6b" providerId="LiveId" clId="{0BF72210-0E7D-47A3-BE97-D7F9E5A66BB5}" dt="2025-02-13T17:30:37.641" v="459" actId="26606"/>
          <ac:picMkLst>
            <pc:docMk/>
            <pc:sldMk cId="3989058691" sldId="494"/>
            <ac:picMk id="5" creationId="{2B9FD262-C721-CC50-6192-3AA7591A9B42}"/>
          </ac:picMkLst>
        </pc:picChg>
        <pc:picChg chg="mod">
          <ac:chgData name="Alin V" userId="9093832f7df50d6b" providerId="LiveId" clId="{0BF72210-0E7D-47A3-BE97-D7F9E5A66BB5}" dt="2025-02-13T17:30:37.641" v="459" actId="26606"/>
          <ac:picMkLst>
            <pc:docMk/>
            <pc:sldMk cId="3989058691" sldId="494"/>
            <ac:picMk id="7" creationId="{44E44B9A-1DAF-9BA1-36C5-DB265DEB7635}"/>
          </ac:picMkLst>
        </pc:picChg>
      </pc:sldChg>
    </pc:docChg>
  </pc:docChgLst>
  <pc:docChgLst>
    <pc:chgData name="Alin V" userId="9093832f7df50d6b" providerId="LiveId" clId="{B3211107-D1BD-4B70-A5CC-8B608D8BF3F9}"/>
    <pc:docChg chg="undo custSel addSld delSld modSld sldOrd">
      <pc:chgData name="Alin V" userId="9093832f7df50d6b" providerId="LiveId" clId="{B3211107-D1BD-4B70-A5CC-8B608D8BF3F9}" dt="2024-11-04T22:48:52.257" v="652" actId="20577"/>
      <pc:docMkLst>
        <pc:docMk/>
      </pc:docMkLst>
      <pc:sldChg chg="del">
        <pc:chgData name="Alin V" userId="9093832f7df50d6b" providerId="LiveId" clId="{B3211107-D1BD-4B70-A5CC-8B608D8BF3F9}" dt="2024-11-04T22:22:31.496" v="559" actId="47"/>
        <pc:sldMkLst>
          <pc:docMk/>
          <pc:sldMk cId="468364673" sldId="263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429221150" sldId="265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923314279" sldId="266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576934871" sldId="276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643620433" sldId="321"/>
        </pc:sldMkLst>
      </pc:sldChg>
      <pc:sldChg chg="addSp delSp modSp add mod setBg">
        <pc:chgData name="Alin V" userId="9093832f7df50d6b" providerId="LiveId" clId="{B3211107-D1BD-4B70-A5CC-8B608D8BF3F9}" dt="2024-11-04T22:40:28.109" v="619" actId="14861"/>
        <pc:sldMkLst>
          <pc:docMk/>
          <pc:sldMk cId="1354952364" sldId="393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931903452" sldId="402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966562346" sldId="403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938244323" sldId="404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134386953" sldId="405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814762140" sldId="406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630572292" sldId="409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245830736" sldId="410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600138973" sldId="411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468673758" sldId="412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92820483" sldId="413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136221675" sldId="414"/>
        </pc:sldMkLst>
      </pc:sldChg>
      <pc:sldChg chg="modSp mod">
        <pc:chgData name="Alin V" userId="9093832f7df50d6b" providerId="LiveId" clId="{B3211107-D1BD-4B70-A5CC-8B608D8BF3F9}" dt="2024-11-04T22:22:51.394" v="585" actId="14100"/>
        <pc:sldMkLst>
          <pc:docMk/>
          <pc:sldMk cId="2550881418" sldId="416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584943336" sldId="417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048631624" sldId="418"/>
        </pc:sldMkLst>
      </pc:sldChg>
      <pc:sldChg chg="del">
        <pc:chgData name="Alin V" userId="9093832f7df50d6b" providerId="LiveId" clId="{B3211107-D1BD-4B70-A5CC-8B608D8BF3F9}" dt="2024-11-04T22:20:29.282" v="485" actId="47"/>
        <pc:sldMkLst>
          <pc:docMk/>
          <pc:sldMk cId="2078106778" sldId="420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635682615" sldId="421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623834072" sldId="423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865084347" sldId="424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325025182" sldId="425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23823144" sldId="426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625850835" sldId="427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81741825" sldId="429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005102025" sldId="430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563542256" sldId="431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988221169" sldId="433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098439033" sldId="435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147833470" sldId="436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108923981" sldId="437"/>
        </pc:sldMkLst>
      </pc:sldChg>
      <pc:sldChg chg="addSp modSp mod">
        <pc:chgData name="Alin V" userId="9093832f7df50d6b" providerId="LiveId" clId="{B3211107-D1BD-4B70-A5CC-8B608D8BF3F9}" dt="2024-11-04T22:23:06.814" v="589" actId="27636"/>
        <pc:sldMkLst>
          <pc:docMk/>
          <pc:sldMk cId="2147206293" sldId="439"/>
        </pc:sldMkLst>
      </pc:sldChg>
      <pc:sldChg chg="modSp modAnim">
        <pc:chgData name="Alin V" userId="9093832f7df50d6b" providerId="LiveId" clId="{B3211107-D1BD-4B70-A5CC-8B608D8BF3F9}" dt="2024-11-04T22:20:01.530" v="482" actId="20577"/>
        <pc:sldMkLst>
          <pc:docMk/>
          <pc:sldMk cId="4176084657" sldId="440"/>
        </pc:sldMkLst>
      </pc:sldChg>
      <pc:sldChg chg="ord">
        <pc:chgData name="Alin V" userId="9093832f7df50d6b" providerId="LiveId" clId="{B3211107-D1BD-4B70-A5CC-8B608D8BF3F9}" dt="2024-11-04T22:23:17.841" v="591"/>
        <pc:sldMkLst>
          <pc:docMk/>
          <pc:sldMk cId="848499517" sldId="442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1582723984" sldId="443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769160120" sldId="444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47310450" sldId="445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2514805063" sldId="446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846264216" sldId="447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805732365" sldId="448"/>
        </pc:sldMkLst>
      </pc:sldChg>
      <pc:sldChg chg="del">
        <pc:chgData name="Alin V" userId="9093832f7df50d6b" providerId="LiveId" clId="{B3211107-D1BD-4B70-A5CC-8B608D8BF3F9}" dt="2024-11-04T22:22:22.421" v="558" actId="47"/>
        <pc:sldMkLst>
          <pc:docMk/>
          <pc:sldMk cId="1628331833" sldId="449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4095898580" sldId="450"/>
        </pc:sldMkLst>
      </pc:sldChg>
      <pc:sldChg chg="del">
        <pc:chgData name="Alin V" userId="9093832f7df50d6b" providerId="LiveId" clId="{B3211107-D1BD-4B70-A5CC-8B608D8BF3F9}" dt="2024-11-04T22:22:31.496" v="559" actId="47"/>
        <pc:sldMkLst>
          <pc:docMk/>
          <pc:sldMk cId="3162768462" sldId="451"/>
        </pc:sldMkLst>
      </pc:sldChg>
      <pc:sldChg chg="modSp mod">
        <pc:chgData name="Alin V" userId="9093832f7df50d6b" providerId="LiveId" clId="{B3211107-D1BD-4B70-A5CC-8B608D8BF3F9}" dt="2024-11-04T22:22:00.952" v="557" actId="1076"/>
        <pc:sldMkLst>
          <pc:docMk/>
          <pc:sldMk cId="1554643506" sldId="458"/>
        </pc:sldMkLst>
      </pc:sldChg>
      <pc:sldChg chg="modSp mod">
        <pc:chgData name="Alin V" userId="9093832f7df50d6b" providerId="LiveId" clId="{B3211107-D1BD-4B70-A5CC-8B608D8BF3F9}" dt="2024-11-04T22:48:52.257" v="652" actId="20577"/>
        <pc:sldMkLst>
          <pc:docMk/>
          <pc:sldMk cId="650664273" sldId="465"/>
        </pc:sldMkLst>
      </pc:sldChg>
      <pc:sldChg chg="modSp mod">
        <pc:chgData name="Alin V" userId="9093832f7df50d6b" providerId="LiveId" clId="{B3211107-D1BD-4B70-A5CC-8B608D8BF3F9}" dt="2024-11-04T22:35:47.833" v="604" actId="1076"/>
        <pc:sldMkLst>
          <pc:docMk/>
          <pc:sldMk cId="771388527" sldId="466"/>
        </pc:sldMkLst>
      </pc:sldChg>
      <pc:sldChg chg="modSp mod">
        <pc:chgData name="Alin V" userId="9093832f7df50d6b" providerId="LiveId" clId="{B3211107-D1BD-4B70-A5CC-8B608D8BF3F9}" dt="2024-11-04T22:20:47.838" v="505" actId="20577"/>
        <pc:sldMkLst>
          <pc:docMk/>
          <pc:sldMk cId="522651387" sldId="467"/>
        </pc:sldMkLst>
      </pc:sldChg>
      <pc:sldChg chg="modSp mod">
        <pc:chgData name="Alin V" userId="9093832f7df50d6b" providerId="LiveId" clId="{B3211107-D1BD-4B70-A5CC-8B608D8BF3F9}" dt="2024-11-04T22:21:12.997" v="556" actId="20577"/>
        <pc:sldMkLst>
          <pc:docMk/>
          <pc:sldMk cId="2981851224" sldId="471"/>
        </pc:sldMkLst>
      </pc:sldChg>
      <pc:sldChg chg="addSp delSp modSp add mod setBg delDesignElem">
        <pc:chgData name="Alin V" userId="9093832f7df50d6b" providerId="LiveId" clId="{B3211107-D1BD-4B70-A5CC-8B608D8BF3F9}" dt="2024-11-04T22:41:15.603" v="625" actId="5793"/>
        <pc:sldMkLst>
          <pc:docMk/>
          <pc:sldMk cId="2842424884" sldId="472"/>
        </pc:sldMkLst>
      </pc:sldChg>
      <pc:sldChg chg="addSp delSp modSp add mod setBg">
        <pc:chgData name="Alin V" userId="9093832f7df50d6b" providerId="LiveId" clId="{B3211107-D1BD-4B70-A5CC-8B608D8BF3F9}" dt="2024-11-04T22:24:54.861" v="596" actId="2711"/>
        <pc:sldMkLst>
          <pc:docMk/>
          <pc:sldMk cId="3153997361" sldId="473"/>
        </pc:sldMkLst>
      </pc:sldChg>
      <pc:sldChg chg="addSp delSp modSp add mod setBg">
        <pc:chgData name="Alin V" userId="9093832f7df50d6b" providerId="LiveId" clId="{B3211107-D1BD-4B70-A5CC-8B608D8BF3F9}" dt="2024-11-04T22:25:12.115" v="603" actId="27636"/>
        <pc:sldMkLst>
          <pc:docMk/>
          <pc:sldMk cId="3650941784" sldId="474"/>
        </pc:sldMkLst>
      </pc:sldChg>
      <pc:sldChg chg="addSp delSp modSp add mod setBg">
        <pc:chgData name="Alin V" userId="9093832f7df50d6b" providerId="LiveId" clId="{B3211107-D1BD-4B70-A5CC-8B608D8BF3F9}" dt="2024-11-04T17:47:50.067" v="231" actId="27636"/>
        <pc:sldMkLst>
          <pc:docMk/>
          <pc:sldMk cId="3451714098" sldId="475"/>
        </pc:sldMkLst>
      </pc:sldChg>
      <pc:sldChg chg="delSp modSp add del mod">
        <pc:chgData name="Alin V" userId="9093832f7df50d6b" providerId="LiveId" clId="{B3211107-D1BD-4B70-A5CC-8B608D8BF3F9}" dt="2024-11-04T19:00:17.309" v="268" actId="47"/>
        <pc:sldMkLst>
          <pc:docMk/>
          <pc:sldMk cId="3970979240" sldId="476"/>
        </pc:sldMkLst>
      </pc:sldChg>
      <pc:sldChg chg="addSp delSp modSp add mod">
        <pc:chgData name="Alin V" userId="9093832f7df50d6b" providerId="LiveId" clId="{B3211107-D1BD-4B70-A5CC-8B608D8BF3F9}" dt="2024-11-04T19:02:06.188" v="295" actId="14100"/>
        <pc:sldMkLst>
          <pc:docMk/>
          <pc:sldMk cId="4015114741" sldId="477"/>
        </pc:sldMkLst>
      </pc:sldChg>
      <pc:sldChg chg="addSp delSp modSp add mod">
        <pc:chgData name="Alin V" userId="9093832f7df50d6b" providerId="LiveId" clId="{B3211107-D1BD-4B70-A5CC-8B608D8BF3F9}" dt="2024-11-04T20:25:38.589" v="315" actId="27636"/>
        <pc:sldMkLst>
          <pc:docMk/>
          <pc:sldMk cId="511902090" sldId="478"/>
        </pc:sldMkLst>
      </pc:sldChg>
      <pc:sldChg chg="addSp delSp modSp add mod">
        <pc:chgData name="Alin V" userId="9093832f7df50d6b" providerId="LiveId" clId="{B3211107-D1BD-4B70-A5CC-8B608D8BF3F9}" dt="2024-11-04T22:17:33.499" v="327" actId="403"/>
        <pc:sldMkLst>
          <pc:docMk/>
          <pc:sldMk cId="187032350" sldId="479"/>
        </pc:sldMkLst>
      </pc:sldChg>
      <pc:sldChg chg="addSp delSp modSp add mod">
        <pc:chgData name="Alin V" userId="9093832f7df50d6b" providerId="LiveId" clId="{B3211107-D1BD-4B70-A5CC-8B608D8BF3F9}" dt="2024-11-04T19:01:51.422" v="291" actId="2711"/>
        <pc:sldMkLst>
          <pc:docMk/>
          <pc:sldMk cId="488953976" sldId="48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E5F9-8B73-AB4F-AE4A-E7E6F91EB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5C041-B353-9941-A8AB-EBAFCA3BB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9B291-F2B9-6D41-84AA-12D023B8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42D06-CA75-2F43-A3EE-4FDF5C21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07FA9-07C1-F64C-A79A-44660C4A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4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F81A-D93E-EC41-8CAA-55E61808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304B-3D79-0346-B354-5EC39EF69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14E9E-F66C-8347-8CD8-6BFE386F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97B77-8982-C348-9C2E-CBAADF50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B48BA-84BA-4047-9503-7FE3DB89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9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06DC-BA4F-DC45-B967-A356E4F2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E3E38-D9AD-6941-8830-9830CDFA9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B34DA-E5B2-434B-89FB-FFFA08B9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35DA1-9DA1-DA4A-925A-9D8C3204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B33B3-65CA-8540-BC4B-69EFF7B7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3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2C57-91DB-554A-BDFE-A70653B3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3F29E-71BB-5344-BA66-E920837A4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3CB3D-6A2C-8342-8DDF-DD26080E4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11708-E5EF-E44A-BC49-83B9FB9D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0F9C1-0A1E-3841-B954-805A55FF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077E2-FFA2-DD48-B7EB-3D471E03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3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D464-3DCA-4E40-B94C-16AED75F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26068-2B45-E04D-8C5C-2A3FB92B7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75695-4011-E04B-8EBC-980ED8730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ECA86-49E1-A14F-8968-D179A3549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91993-E700-2A47-A02A-A3AEF3757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8CB74-8A87-FD43-9195-026439AE6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93984E-72D1-C04C-9A61-DC5FFCBF4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04F7D-1796-BD42-9270-8A096CA9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7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C06E-4C57-3F4E-9F23-8A711C2B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89974-A028-EC49-B542-181C39194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82743-64C2-4843-BA61-9E72A2AF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009B2-BEC6-7240-9AF4-FB976680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2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D6BF9-A4AA-4E43-9B22-ABF7341D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E48CE-5FD6-B64B-9DF7-302B681F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038B-CF20-0346-9839-D6BF59B0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6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C0012-FC49-A84B-ADB3-2BAFC478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742C5-F51A-4B49-8CA3-B4022D67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84274-C062-8B49-93EC-97180AF9D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A2DBF-13DF-B240-946C-0EF63927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35194-9BA5-8B49-A99F-D08B8A35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1D489-974D-5A4A-8B9D-89E6E0CAE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3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18E5-D6A0-C84F-9868-D18ACC7D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9C654-3573-ED45-B8E3-8DAE7DB43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08571-53F5-1341-8614-E98B56A20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E417A-A35C-3A44-BD25-DCC92F18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5F2F0-3D95-AD45-AD3C-BA9C09F1C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59651-7A03-5246-A03C-947F3403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8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16A5-0BD1-BF42-93BE-9145995B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0029E-D9A9-C94F-A9AE-0DE84EBA6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FE1D-74B3-774F-B569-852A93156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660FD-A795-BB40-AAE5-BEE06A99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1EB45-E2F3-D441-BE46-097ADB1F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1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C4F73-EC62-8148-8CA3-C7CBB5E7E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B6F3A-2F79-A44A-9E9B-48F68C1AD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9BFA7-227E-E847-A050-A11D6DA7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D8C0B-715E-1143-829C-13BA7B1D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4B206-D5FC-684C-913E-D8E8826D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2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78B93E-E4CE-5049-B76E-3C4274EE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C5879-7D52-0F41-B497-5B8B855DA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A5A62-5A01-084A-982E-43B162B4E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D8009-0F3E-F749-916F-7C025134F37A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C83A1-4C40-694F-8CA6-6C0BB2D4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96EE-7E6B-704D-A488-B5009BB53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94154-C350-1E4C-BAFD-BBDD46DC6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95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ack background with white text and icons&#10;&#10;AI-generated content may be incorrect.">
            <a:extLst>
              <a:ext uri="{FF2B5EF4-FFF2-40B4-BE49-F238E27FC236}">
                <a16:creationId xmlns:a16="http://schemas.microsoft.com/office/drawing/2014/main" id="{376F8F10-3208-64F8-06F1-3CA890C0F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06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32AB4-4FCB-B5C9-44E9-072AF2BD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ED09A34-1FC5-DF9E-B932-C87D53499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standing in front of many social media icons&#10;&#10;Description automatically generated">
            <a:extLst>
              <a:ext uri="{FF2B5EF4-FFF2-40B4-BE49-F238E27FC236}">
                <a16:creationId xmlns:a16="http://schemas.microsoft.com/office/drawing/2014/main" id="{C8EE8385-4EDC-ADFE-72B7-8056909DA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141" b="21167"/>
          <a:stretch/>
        </p:blipFill>
        <p:spPr>
          <a:xfrm>
            <a:off x="4267201" y="10"/>
            <a:ext cx="7924800" cy="3383270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856178A-08E7-5EB4-DF5D-84BD6711A8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396" r="2" b="2"/>
          <a:stretch/>
        </p:blipFill>
        <p:spPr>
          <a:xfrm>
            <a:off x="4650916" y="3474720"/>
            <a:ext cx="7555832" cy="3383280"/>
          </a:xfrm>
          <a:prstGeom prst="rect">
            <a:avLst/>
          </a:prstGeom>
        </p:spPr>
      </p:pic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B3E69D03-4F97-B3F5-DF71-0195E826E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4272" cy="6858000"/>
          </a:xfrm>
          <a:custGeom>
            <a:avLst/>
            <a:gdLst>
              <a:gd name="connsiteX0" fmla="*/ 0 w 6244272"/>
              <a:gd name="connsiteY0" fmla="*/ 0 h 6858000"/>
              <a:gd name="connsiteX1" fmla="*/ 732568 w 6244272"/>
              <a:gd name="connsiteY1" fmla="*/ 0 h 6858000"/>
              <a:gd name="connsiteX2" fmla="*/ 947849 w 6244272"/>
              <a:gd name="connsiteY2" fmla="*/ 0 h 6858000"/>
              <a:gd name="connsiteX3" fmla="*/ 1823619 w 6244272"/>
              <a:gd name="connsiteY3" fmla="*/ 0 h 6858000"/>
              <a:gd name="connsiteX4" fmla="*/ 5235673 w 6244272"/>
              <a:gd name="connsiteY4" fmla="*/ 0 h 6858000"/>
              <a:gd name="connsiteX5" fmla="*/ 4933297 w 6244272"/>
              <a:gd name="connsiteY5" fmla="*/ 110269 h 6858000"/>
              <a:gd name="connsiteX6" fmla="*/ 4976910 w 6244272"/>
              <a:gd name="connsiteY6" fmla="*/ 135168 h 6858000"/>
              <a:gd name="connsiteX7" fmla="*/ 5238580 w 6244272"/>
              <a:gd name="connsiteY7" fmla="*/ 71141 h 6858000"/>
              <a:gd name="connsiteX8" fmla="*/ 5290914 w 6244272"/>
              <a:gd name="connsiteY8" fmla="*/ 88927 h 6858000"/>
              <a:gd name="connsiteX9" fmla="*/ 5264747 w 6244272"/>
              <a:gd name="connsiteY9" fmla="*/ 163625 h 6858000"/>
              <a:gd name="connsiteX10" fmla="*/ 5151357 w 6244272"/>
              <a:gd name="connsiteY10" fmla="*/ 192082 h 6858000"/>
              <a:gd name="connsiteX11" fmla="*/ 4974002 w 6244272"/>
              <a:gd name="connsiteY11" fmla="*/ 373491 h 6858000"/>
              <a:gd name="connsiteX12" fmla="*/ 5241488 w 6244272"/>
              <a:gd name="connsiteY12" fmla="*/ 352148 h 6858000"/>
              <a:gd name="connsiteX13" fmla="*/ 5288007 w 6244272"/>
              <a:gd name="connsiteY13" fmla="*/ 394834 h 6858000"/>
              <a:gd name="connsiteX14" fmla="*/ 5305452 w 6244272"/>
              <a:gd name="connsiteY14" fmla="*/ 451747 h 6858000"/>
              <a:gd name="connsiteX15" fmla="*/ 5383953 w 6244272"/>
              <a:gd name="connsiteY15" fmla="*/ 359262 h 6858000"/>
              <a:gd name="connsiteX16" fmla="*/ 5450825 w 6244272"/>
              <a:gd name="connsiteY16" fmla="*/ 334364 h 6858000"/>
              <a:gd name="connsiteX17" fmla="*/ 5471177 w 6244272"/>
              <a:gd name="connsiteY17" fmla="*/ 416176 h 6858000"/>
              <a:gd name="connsiteX18" fmla="*/ 5410121 w 6244272"/>
              <a:gd name="connsiteY18" fmla="*/ 505101 h 6858000"/>
              <a:gd name="connsiteX19" fmla="*/ 5247303 w 6244272"/>
              <a:gd name="connsiteY19" fmla="*/ 558458 h 6858000"/>
              <a:gd name="connsiteX20" fmla="*/ 5421750 w 6244272"/>
              <a:gd name="connsiteY20" fmla="*/ 558458 h 6858000"/>
              <a:gd name="connsiteX21" fmla="*/ 5622364 w 6244272"/>
              <a:gd name="connsiteY21" fmla="*/ 522887 h 6858000"/>
              <a:gd name="connsiteX22" fmla="*/ 5834608 w 6244272"/>
              <a:gd name="connsiteY22" fmla="*/ 533558 h 6858000"/>
              <a:gd name="connsiteX23" fmla="*/ 6035223 w 6244272"/>
              <a:gd name="connsiteY23" fmla="*/ 462417 h 6858000"/>
              <a:gd name="connsiteX24" fmla="*/ 6238745 w 6244272"/>
              <a:gd name="connsiteY24" fmla="*/ 465975 h 6858000"/>
              <a:gd name="connsiteX25" fmla="*/ 5337434 w 6244272"/>
              <a:gd name="connsiteY25" fmla="*/ 910606 h 6858000"/>
              <a:gd name="connsiteX26" fmla="*/ 5381046 w 6244272"/>
              <a:gd name="connsiteY26" fmla="*/ 921277 h 6858000"/>
              <a:gd name="connsiteX27" fmla="*/ 5439195 w 6244272"/>
              <a:gd name="connsiteY27" fmla="*/ 949734 h 6858000"/>
              <a:gd name="connsiteX28" fmla="*/ 5395583 w 6244272"/>
              <a:gd name="connsiteY28" fmla="*/ 1006647 h 6858000"/>
              <a:gd name="connsiteX29" fmla="*/ 5160079 w 6244272"/>
              <a:gd name="connsiteY29" fmla="*/ 1113358 h 6858000"/>
              <a:gd name="connsiteX30" fmla="*/ 5101930 w 6244272"/>
              <a:gd name="connsiteY30" fmla="*/ 1220069 h 6858000"/>
              <a:gd name="connsiteX31" fmla="*/ 5174617 w 6244272"/>
              <a:gd name="connsiteY31" fmla="*/ 1209399 h 6858000"/>
              <a:gd name="connsiteX32" fmla="*/ 5238580 w 6244272"/>
              <a:gd name="connsiteY32" fmla="*/ 1230741 h 6858000"/>
              <a:gd name="connsiteX33" fmla="*/ 5212414 w 6244272"/>
              <a:gd name="connsiteY33" fmla="*/ 1365909 h 6858000"/>
              <a:gd name="connsiteX34" fmla="*/ 4878056 w 6244272"/>
              <a:gd name="connsiteY34" fmla="*/ 1540204 h 6858000"/>
              <a:gd name="connsiteX35" fmla="*/ 4848982 w 6244272"/>
              <a:gd name="connsiteY35" fmla="*/ 1597117 h 6858000"/>
              <a:gd name="connsiteX36" fmla="*/ 4889686 w 6244272"/>
              <a:gd name="connsiteY36" fmla="*/ 1636245 h 6858000"/>
              <a:gd name="connsiteX37" fmla="*/ 4997261 w 6244272"/>
              <a:gd name="connsiteY37" fmla="*/ 1657587 h 6858000"/>
              <a:gd name="connsiteX38" fmla="*/ 4846074 w 6244272"/>
              <a:gd name="connsiteY38" fmla="*/ 1849668 h 6858000"/>
              <a:gd name="connsiteX39" fmla="*/ 4790832 w 6244272"/>
              <a:gd name="connsiteY39" fmla="*/ 1903025 h 6858000"/>
              <a:gd name="connsiteX40" fmla="*/ 4694886 w 6244272"/>
              <a:gd name="connsiteY40" fmla="*/ 1984836 h 6858000"/>
              <a:gd name="connsiteX41" fmla="*/ 4694886 w 6244272"/>
              <a:gd name="connsiteY41" fmla="*/ 2013292 h 6858000"/>
              <a:gd name="connsiteX42" fmla="*/ 4822814 w 6244272"/>
              <a:gd name="connsiteY42" fmla="*/ 2102219 h 6858000"/>
              <a:gd name="connsiteX43" fmla="*/ 5055411 w 6244272"/>
              <a:gd name="connsiteY43" fmla="*/ 2077320 h 6858000"/>
              <a:gd name="connsiteX44" fmla="*/ 4712331 w 6244272"/>
              <a:gd name="connsiteY44" fmla="*/ 2208931 h 6858000"/>
              <a:gd name="connsiteX45" fmla="*/ 5822979 w 6244272"/>
              <a:gd name="connsiteY45" fmla="*/ 1892353 h 6858000"/>
              <a:gd name="connsiteX46" fmla="*/ 5753200 w 6244272"/>
              <a:gd name="connsiteY46" fmla="*/ 1974165 h 6858000"/>
              <a:gd name="connsiteX47" fmla="*/ 5363601 w 6244272"/>
              <a:gd name="connsiteY47" fmla="*/ 2191146 h 6858000"/>
              <a:gd name="connsiteX48" fmla="*/ 5253118 w 6244272"/>
              <a:gd name="connsiteY48" fmla="*/ 2326314 h 6858000"/>
              <a:gd name="connsiteX49" fmla="*/ 5136819 w 6244272"/>
              <a:gd name="connsiteY49" fmla="*/ 2401012 h 6858000"/>
              <a:gd name="connsiteX50" fmla="*/ 4974002 w 6244272"/>
              <a:gd name="connsiteY50" fmla="*/ 2401012 h 6858000"/>
              <a:gd name="connsiteX51" fmla="*/ 4857704 w 6244272"/>
              <a:gd name="connsiteY51" fmla="*/ 2518395 h 6858000"/>
              <a:gd name="connsiteX52" fmla="*/ 4976910 w 6244272"/>
              <a:gd name="connsiteY52" fmla="*/ 2543294 h 6858000"/>
              <a:gd name="connsiteX53" fmla="*/ 5116467 w 6244272"/>
              <a:gd name="connsiteY53" fmla="*/ 2525509 h 6858000"/>
              <a:gd name="connsiteX54" fmla="*/ 5273470 w 6244272"/>
              <a:gd name="connsiteY54" fmla="*/ 2564636 h 6858000"/>
              <a:gd name="connsiteX55" fmla="*/ 5418843 w 6244272"/>
              <a:gd name="connsiteY55" fmla="*/ 2532623 h 6858000"/>
              <a:gd name="connsiteX56" fmla="*/ 5593290 w 6244272"/>
              <a:gd name="connsiteY56" fmla="*/ 2553965 h 6858000"/>
              <a:gd name="connsiteX57" fmla="*/ 5648532 w 6244272"/>
              <a:gd name="connsiteY57" fmla="*/ 2692689 h 6858000"/>
              <a:gd name="connsiteX58" fmla="*/ 5665976 w 6244272"/>
              <a:gd name="connsiteY58" fmla="*/ 2703362 h 6858000"/>
              <a:gd name="connsiteX59" fmla="*/ 5988704 w 6244272"/>
              <a:gd name="connsiteY59" fmla="*/ 2923898 h 6858000"/>
              <a:gd name="connsiteX60" fmla="*/ 6078835 w 6244272"/>
              <a:gd name="connsiteY60" fmla="*/ 2941684 h 6858000"/>
              <a:gd name="connsiteX61" fmla="*/ 5546771 w 6244272"/>
              <a:gd name="connsiteY61" fmla="*/ 3329402 h 6858000"/>
              <a:gd name="connsiteX62" fmla="*/ 5904388 w 6244272"/>
              <a:gd name="connsiteY62" fmla="*/ 3229805 h 6858000"/>
              <a:gd name="connsiteX63" fmla="*/ 5953814 w 6244272"/>
              <a:gd name="connsiteY63" fmla="*/ 3393429 h 6858000"/>
              <a:gd name="connsiteX64" fmla="*/ 5785182 w 6244272"/>
              <a:gd name="connsiteY64" fmla="*/ 3539269 h 6858000"/>
              <a:gd name="connsiteX65" fmla="*/ 5724125 w 6244272"/>
              <a:gd name="connsiteY65" fmla="*/ 3827390 h 6858000"/>
              <a:gd name="connsiteX66" fmla="*/ 5753200 w 6244272"/>
              <a:gd name="connsiteY66" fmla="*/ 4090612 h 6858000"/>
              <a:gd name="connsiteX67" fmla="*/ 5825886 w 6244272"/>
              <a:gd name="connsiteY67" fmla="*/ 4172424 h 6858000"/>
              <a:gd name="connsiteX68" fmla="*/ 5930554 w 6244272"/>
              <a:gd name="connsiteY68" fmla="*/ 4321821 h 6858000"/>
              <a:gd name="connsiteX69" fmla="*/ 5994519 w 6244272"/>
              <a:gd name="connsiteY69" fmla="*/ 4414305 h 6858000"/>
              <a:gd name="connsiteX70" fmla="*/ 6218393 w 6244272"/>
              <a:gd name="connsiteY70" fmla="*/ 4378734 h 6858000"/>
              <a:gd name="connsiteX71" fmla="*/ 5918925 w 6244272"/>
              <a:gd name="connsiteY71" fmla="*/ 4613499 h 6858000"/>
              <a:gd name="connsiteX72" fmla="*/ 6160243 w 6244272"/>
              <a:gd name="connsiteY72" fmla="*/ 4585042 h 6858000"/>
              <a:gd name="connsiteX73" fmla="*/ 6238745 w 6244272"/>
              <a:gd name="connsiteY73" fmla="*/ 4602828 h 6858000"/>
              <a:gd name="connsiteX74" fmla="*/ 6195133 w 6244272"/>
              <a:gd name="connsiteY74" fmla="*/ 4677526 h 6858000"/>
              <a:gd name="connsiteX75" fmla="*/ 6017778 w 6244272"/>
              <a:gd name="connsiteY75" fmla="*/ 4805580 h 6858000"/>
              <a:gd name="connsiteX76" fmla="*/ 5651439 w 6244272"/>
              <a:gd name="connsiteY76" fmla="*/ 5154171 h 6858000"/>
              <a:gd name="connsiteX77" fmla="*/ 6006149 w 6244272"/>
              <a:gd name="connsiteY77" fmla="*/ 4994104 h 6858000"/>
              <a:gd name="connsiteX78" fmla="*/ 5633994 w 6244272"/>
              <a:gd name="connsiteY78" fmla="*/ 5353367 h 6858000"/>
              <a:gd name="connsiteX79" fmla="*/ 5552586 w 6244272"/>
              <a:gd name="connsiteY79" fmla="*/ 5474306 h 6858000"/>
              <a:gd name="connsiteX80" fmla="*/ 5383953 w 6244272"/>
              <a:gd name="connsiteY80" fmla="*/ 5769542 h 6858000"/>
              <a:gd name="connsiteX81" fmla="*/ 5392675 w 6244272"/>
              <a:gd name="connsiteY81" fmla="*/ 5801555 h 6858000"/>
              <a:gd name="connsiteX82" fmla="*/ 5584568 w 6244272"/>
              <a:gd name="connsiteY82" fmla="*/ 5755314 h 6858000"/>
              <a:gd name="connsiteX83" fmla="*/ 5334526 w 6244272"/>
              <a:gd name="connsiteY83" fmla="*/ 6004307 h 6858000"/>
              <a:gd name="connsiteX84" fmla="*/ 5075763 w 6244272"/>
              <a:gd name="connsiteY84" fmla="*/ 6196388 h 6858000"/>
              <a:gd name="connsiteX85" fmla="*/ 5258933 w 6244272"/>
              <a:gd name="connsiteY85" fmla="*/ 6167932 h 6858000"/>
              <a:gd name="connsiteX86" fmla="*/ 5511881 w 6244272"/>
              <a:gd name="connsiteY86" fmla="*/ 6057663 h 6858000"/>
              <a:gd name="connsiteX87" fmla="*/ 5599105 w 6244272"/>
              <a:gd name="connsiteY87" fmla="*/ 6100347 h 6858000"/>
              <a:gd name="connsiteX88" fmla="*/ 5360693 w 6244272"/>
              <a:gd name="connsiteY88" fmla="*/ 6281757 h 6858000"/>
              <a:gd name="connsiteX89" fmla="*/ 5224043 w 6244272"/>
              <a:gd name="connsiteY89" fmla="*/ 6367127 h 6858000"/>
              <a:gd name="connsiteX90" fmla="*/ 5168801 w 6244272"/>
              <a:gd name="connsiteY90" fmla="*/ 6431153 h 6858000"/>
              <a:gd name="connsiteX91" fmla="*/ 5011799 w 6244272"/>
              <a:gd name="connsiteY91" fmla="*/ 6658805 h 6858000"/>
              <a:gd name="connsiteX92" fmla="*/ 4651275 w 6244272"/>
              <a:gd name="connsiteY92" fmla="*/ 6858000 h 6858000"/>
              <a:gd name="connsiteX93" fmla="*/ 1823619 w 6244272"/>
              <a:gd name="connsiteY93" fmla="*/ 6858000 h 6858000"/>
              <a:gd name="connsiteX94" fmla="*/ 947849 w 6244272"/>
              <a:gd name="connsiteY94" fmla="*/ 6858000 h 6858000"/>
              <a:gd name="connsiteX95" fmla="*/ 732568 w 6244272"/>
              <a:gd name="connsiteY95" fmla="*/ 6858000 h 6858000"/>
              <a:gd name="connsiteX96" fmla="*/ 0 w 6244272"/>
              <a:gd name="connsiteY9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244272" h="6858000">
                <a:moveTo>
                  <a:pt x="0" y="0"/>
                </a:moveTo>
                <a:lnTo>
                  <a:pt x="732568" y="0"/>
                </a:lnTo>
                <a:lnTo>
                  <a:pt x="947849" y="0"/>
                </a:lnTo>
                <a:lnTo>
                  <a:pt x="1823619" y="0"/>
                </a:lnTo>
                <a:lnTo>
                  <a:pt x="5235673" y="0"/>
                </a:lnTo>
                <a:cubicBezTo>
                  <a:pt x="5133912" y="35571"/>
                  <a:pt x="5035058" y="78255"/>
                  <a:pt x="4933297" y="110269"/>
                </a:cubicBezTo>
                <a:cubicBezTo>
                  <a:pt x="4947835" y="145839"/>
                  <a:pt x="4962372" y="138725"/>
                  <a:pt x="4976910" y="135168"/>
                </a:cubicBezTo>
                <a:cubicBezTo>
                  <a:pt x="5064133" y="120941"/>
                  <a:pt x="5154264" y="110269"/>
                  <a:pt x="5238580" y="71141"/>
                </a:cubicBezTo>
                <a:cubicBezTo>
                  <a:pt x="5258933" y="64027"/>
                  <a:pt x="5282192" y="64027"/>
                  <a:pt x="5290914" y="88927"/>
                </a:cubicBezTo>
                <a:cubicBezTo>
                  <a:pt x="5305452" y="124497"/>
                  <a:pt x="5285100" y="145839"/>
                  <a:pt x="5264747" y="163625"/>
                </a:cubicBezTo>
                <a:cubicBezTo>
                  <a:pt x="5229858" y="195638"/>
                  <a:pt x="5189154" y="188525"/>
                  <a:pt x="5151357" y="192082"/>
                </a:cubicBezTo>
                <a:cubicBezTo>
                  <a:pt x="5046689" y="209867"/>
                  <a:pt x="4997261" y="259665"/>
                  <a:pt x="4974002" y="373491"/>
                </a:cubicBezTo>
                <a:cubicBezTo>
                  <a:pt x="5064133" y="327250"/>
                  <a:pt x="5154264" y="384162"/>
                  <a:pt x="5241488" y="352148"/>
                </a:cubicBezTo>
                <a:cubicBezTo>
                  <a:pt x="5264747" y="345034"/>
                  <a:pt x="5299637" y="355706"/>
                  <a:pt x="5288007" y="394834"/>
                </a:cubicBezTo>
                <a:cubicBezTo>
                  <a:pt x="5276378" y="430405"/>
                  <a:pt x="5238580" y="458860"/>
                  <a:pt x="5305452" y="451747"/>
                </a:cubicBezTo>
                <a:cubicBezTo>
                  <a:pt x="5354879" y="448189"/>
                  <a:pt x="5369416" y="405504"/>
                  <a:pt x="5383953" y="359262"/>
                </a:cubicBezTo>
                <a:cubicBezTo>
                  <a:pt x="5395583" y="334364"/>
                  <a:pt x="5427565" y="320135"/>
                  <a:pt x="5450825" y="334364"/>
                </a:cubicBezTo>
                <a:cubicBezTo>
                  <a:pt x="5479899" y="348592"/>
                  <a:pt x="5471177" y="387720"/>
                  <a:pt x="5471177" y="416176"/>
                </a:cubicBezTo>
                <a:cubicBezTo>
                  <a:pt x="5474085" y="469532"/>
                  <a:pt x="5450825" y="494431"/>
                  <a:pt x="5410121" y="505101"/>
                </a:cubicBezTo>
                <a:cubicBezTo>
                  <a:pt x="5360693" y="519330"/>
                  <a:pt x="5311267" y="537116"/>
                  <a:pt x="5247303" y="558458"/>
                </a:cubicBezTo>
                <a:cubicBezTo>
                  <a:pt x="5317082" y="594028"/>
                  <a:pt x="5369416" y="586915"/>
                  <a:pt x="5421750" y="558458"/>
                </a:cubicBezTo>
                <a:cubicBezTo>
                  <a:pt x="5485714" y="526444"/>
                  <a:pt x="5570030" y="483759"/>
                  <a:pt x="5622364" y="522887"/>
                </a:cubicBezTo>
                <a:cubicBezTo>
                  <a:pt x="5700865" y="579800"/>
                  <a:pt x="5764829" y="544229"/>
                  <a:pt x="5834608" y="533558"/>
                </a:cubicBezTo>
                <a:cubicBezTo>
                  <a:pt x="5979982" y="512216"/>
                  <a:pt x="5889850" y="480203"/>
                  <a:pt x="6035223" y="462417"/>
                </a:cubicBezTo>
                <a:cubicBezTo>
                  <a:pt x="6093372" y="455303"/>
                  <a:pt x="6154429" y="426847"/>
                  <a:pt x="6238745" y="465975"/>
                </a:cubicBezTo>
                <a:cubicBezTo>
                  <a:pt x="5857868" y="672284"/>
                  <a:pt x="5677606" y="658055"/>
                  <a:pt x="5337434" y="910606"/>
                </a:cubicBezTo>
                <a:cubicBezTo>
                  <a:pt x="5351971" y="935506"/>
                  <a:pt x="5366508" y="924835"/>
                  <a:pt x="5381046" y="921277"/>
                </a:cubicBezTo>
                <a:cubicBezTo>
                  <a:pt x="5404305" y="917720"/>
                  <a:pt x="5433380" y="903491"/>
                  <a:pt x="5439195" y="949734"/>
                </a:cubicBezTo>
                <a:cubicBezTo>
                  <a:pt x="5442103" y="985305"/>
                  <a:pt x="5424657" y="1003089"/>
                  <a:pt x="5395583" y="1006647"/>
                </a:cubicBezTo>
                <a:cubicBezTo>
                  <a:pt x="5311267" y="1020875"/>
                  <a:pt x="5235673" y="1070674"/>
                  <a:pt x="5160079" y="1113358"/>
                </a:cubicBezTo>
                <a:cubicBezTo>
                  <a:pt x="5125190" y="1131144"/>
                  <a:pt x="5087393" y="1156043"/>
                  <a:pt x="5101930" y="1220069"/>
                </a:cubicBezTo>
                <a:cubicBezTo>
                  <a:pt x="5131004" y="1237855"/>
                  <a:pt x="5151357" y="1212955"/>
                  <a:pt x="5174617" y="1209399"/>
                </a:cubicBezTo>
                <a:cubicBezTo>
                  <a:pt x="5197876" y="1205842"/>
                  <a:pt x="5253118" y="1220069"/>
                  <a:pt x="5238580" y="1230741"/>
                </a:cubicBezTo>
                <a:cubicBezTo>
                  <a:pt x="5171709" y="1269868"/>
                  <a:pt x="5293822" y="1365909"/>
                  <a:pt x="5212414" y="1365909"/>
                </a:cubicBezTo>
                <a:cubicBezTo>
                  <a:pt x="5078671" y="1365909"/>
                  <a:pt x="5005984" y="1536647"/>
                  <a:pt x="4878056" y="1540204"/>
                </a:cubicBezTo>
                <a:cubicBezTo>
                  <a:pt x="4857704" y="1540204"/>
                  <a:pt x="4848982" y="1572219"/>
                  <a:pt x="4848982" y="1597117"/>
                </a:cubicBezTo>
                <a:cubicBezTo>
                  <a:pt x="4848982" y="1629132"/>
                  <a:pt x="4869333" y="1632688"/>
                  <a:pt x="4889686" y="1636245"/>
                </a:cubicBezTo>
                <a:cubicBezTo>
                  <a:pt x="4921668" y="1639802"/>
                  <a:pt x="4956557" y="1597117"/>
                  <a:pt x="4997261" y="1657587"/>
                </a:cubicBezTo>
                <a:cubicBezTo>
                  <a:pt x="4921668" y="1693158"/>
                  <a:pt x="4843167" y="1728729"/>
                  <a:pt x="4846074" y="1849668"/>
                </a:cubicBezTo>
                <a:cubicBezTo>
                  <a:pt x="4846074" y="1881683"/>
                  <a:pt x="4814092" y="1895910"/>
                  <a:pt x="4790832" y="1903025"/>
                </a:cubicBezTo>
                <a:cubicBezTo>
                  <a:pt x="4750128" y="1917252"/>
                  <a:pt x="4718146" y="1938595"/>
                  <a:pt x="4694886" y="1984836"/>
                </a:cubicBezTo>
                <a:cubicBezTo>
                  <a:pt x="4694886" y="1995507"/>
                  <a:pt x="4694886" y="2002622"/>
                  <a:pt x="4694886" y="2013292"/>
                </a:cubicBezTo>
                <a:cubicBezTo>
                  <a:pt x="4700701" y="2123562"/>
                  <a:pt x="4758850" y="2120004"/>
                  <a:pt x="4822814" y="2102219"/>
                </a:cubicBezTo>
                <a:cubicBezTo>
                  <a:pt x="4898408" y="2080877"/>
                  <a:pt x="4974002" y="2038192"/>
                  <a:pt x="5055411" y="2077320"/>
                </a:cubicBezTo>
                <a:cubicBezTo>
                  <a:pt x="4942020" y="2130676"/>
                  <a:pt x="4817000" y="2134233"/>
                  <a:pt x="4712331" y="2208931"/>
                </a:cubicBezTo>
                <a:cubicBezTo>
                  <a:pt x="5101930" y="2223159"/>
                  <a:pt x="5445010" y="1984836"/>
                  <a:pt x="5822979" y="1892353"/>
                </a:cubicBezTo>
                <a:cubicBezTo>
                  <a:pt x="5811349" y="1952823"/>
                  <a:pt x="5779367" y="1967051"/>
                  <a:pt x="5753200" y="1974165"/>
                </a:cubicBezTo>
                <a:cubicBezTo>
                  <a:pt x="5613642" y="2020407"/>
                  <a:pt x="5491529" y="2112891"/>
                  <a:pt x="5363601" y="2191146"/>
                </a:cubicBezTo>
                <a:cubicBezTo>
                  <a:pt x="5311267" y="2223159"/>
                  <a:pt x="5273470" y="2258731"/>
                  <a:pt x="5253118" y="2326314"/>
                </a:cubicBezTo>
                <a:cubicBezTo>
                  <a:pt x="5235673" y="2390340"/>
                  <a:pt x="5200783" y="2418796"/>
                  <a:pt x="5136819" y="2401012"/>
                </a:cubicBezTo>
                <a:cubicBezTo>
                  <a:pt x="5084485" y="2386784"/>
                  <a:pt x="5029243" y="2393898"/>
                  <a:pt x="4974002" y="2401012"/>
                </a:cubicBezTo>
                <a:cubicBezTo>
                  <a:pt x="4912946" y="2408126"/>
                  <a:pt x="4843167" y="2479267"/>
                  <a:pt x="4857704" y="2518395"/>
                </a:cubicBezTo>
                <a:cubicBezTo>
                  <a:pt x="4886778" y="2582422"/>
                  <a:pt x="4936205" y="2550408"/>
                  <a:pt x="4976910" y="2543294"/>
                </a:cubicBezTo>
                <a:cubicBezTo>
                  <a:pt x="5026336" y="2536181"/>
                  <a:pt x="5116467" y="2518395"/>
                  <a:pt x="5116467" y="2525509"/>
                </a:cubicBezTo>
                <a:cubicBezTo>
                  <a:pt x="5148450" y="2685576"/>
                  <a:pt x="5221136" y="2564636"/>
                  <a:pt x="5273470" y="2564636"/>
                </a:cubicBezTo>
                <a:cubicBezTo>
                  <a:pt x="5322897" y="2564636"/>
                  <a:pt x="5372323" y="2546851"/>
                  <a:pt x="5418843" y="2532623"/>
                </a:cubicBezTo>
                <a:cubicBezTo>
                  <a:pt x="5479899" y="2514837"/>
                  <a:pt x="5535140" y="2546851"/>
                  <a:pt x="5593290" y="2553965"/>
                </a:cubicBezTo>
                <a:cubicBezTo>
                  <a:pt x="5645624" y="2561080"/>
                  <a:pt x="5616550" y="2653563"/>
                  <a:pt x="5648532" y="2692689"/>
                </a:cubicBezTo>
                <a:cubicBezTo>
                  <a:pt x="5654346" y="2703362"/>
                  <a:pt x="5660161" y="2703362"/>
                  <a:pt x="5665976" y="2703362"/>
                </a:cubicBezTo>
                <a:cubicBezTo>
                  <a:pt x="5683421" y="2980812"/>
                  <a:pt x="5988704" y="2913227"/>
                  <a:pt x="5988704" y="2923898"/>
                </a:cubicBezTo>
                <a:cubicBezTo>
                  <a:pt x="6014871" y="2941684"/>
                  <a:pt x="6046853" y="2899000"/>
                  <a:pt x="6078835" y="2941684"/>
                </a:cubicBezTo>
                <a:cubicBezTo>
                  <a:pt x="5942185" y="3137322"/>
                  <a:pt x="5732847" y="3183563"/>
                  <a:pt x="5546771" y="3329402"/>
                </a:cubicBezTo>
                <a:cubicBezTo>
                  <a:pt x="5700865" y="3379202"/>
                  <a:pt x="5790997" y="3208463"/>
                  <a:pt x="5904388" y="3229805"/>
                </a:cubicBezTo>
                <a:cubicBezTo>
                  <a:pt x="5959629" y="3283162"/>
                  <a:pt x="5793904" y="3368530"/>
                  <a:pt x="5953814" y="3393429"/>
                </a:cubicBezTo>
                <a:cubicBezTo>
                  <a:pt x="5884036" y="3439672"/>
                  <a:pt x="5834608" y="3485914"/>
                  <a:pt x="5785182" y="3539269"/>
                </a:cubicBezTo>
                <a:cubicBezTo>
                  <a:pt x="5700865" y="3635309"/>
                  <a:pt x="5683421" y="3699337"/>
                  <a:pt x="5724125" y="3827390"/>
                </a:cubicBezTo>
                <a:cubicBezTo>
                  <a:pt x="5750293" y="3912759"/>
                  <a:pt x="5788089" y="3991015"/>
                  <a:pt x="5753200" y="4090612"/>
                </a:cubicBezTo>
                <a:cubicBezTo>
                  <a:pt x="5729940" y="4158196"/>
                  <a:pt x="5738663" y="4204438"/>
                  <a:pt x="5825886" y="4172424"/>
                </a:cubicBezTo>
                <a:cubicBezTo>
                  <a:pt x="5918925" y="4140411"/>
                  <a:pt x="5953814" y="4200882"/>
                  <a:pt x="5930554" y="4321821"/>
                </a:cubicBezTo>
                <a:cubicBezTo>
                  <a:pt x="5916018" y="4400076"/>
                  <a:pt x="5930554" y="4424975"/>
                  <a:pt x="5994519" y="4414305"/>
                </a:cubicBezTo>
                <a:cubicBezTo>
                  <a:pt x="6064297" y="4403633"/>
                  <a:pt x="6131169" y="4353835"/>
                  <a:pt x="6218393" y="4378734"/>
                </a:cubicBezTo>
                <a:cubicBezTo>
                  <a:pt x="6148614" y="4521016"/>
                  <a:pt x="6000333" y="4478331"/>
                  <a:pt x="5918925" y="4613499"/>
                </a:cubicBezTo>
                <a:cubicBezTo>
                  <a:pt x="6014871" y="4613499"/>
                  <a:pt x="6090465" y="4613499"/>
                  <a:pt x="6160243" y="4585042"/>
                </a:cubicBezTo>
                <a:cubicBezTo>
                  <a:pt x="6189318" y="4574373"/>
                  <a:pt x="6221300" y="4560144"/>
                  <a:pt x="6238745" y="4602828"/>
                </a:cubicBezTo>
                <a:cubicBezTo>
                  <a:pt x="6259098" y="4652628"/>
                  <a:pt x="6218393" y="4670412"/>
                  <a:pt x="6195133" y="4677526"/>
                </a:cubicBezTo>
                <a:cubicBezTo>
                  <a:pt x="6128261" y="4702425"/>
                  <a:pt x="6075928" y="4759339"/>
                  <a:pt x="6017778" y="4805580"/>
                </a:cubicBezTo>
                <a:cubicBezTo>
                  <a:pt x="5892758" y="4905177"/>
                  <a:pt x="5756107" y="4990547"/>
                  <a:pt x="5651439" y="5154171"/>
                </a:cubicBezTo>
                <a:cubicBezTo>
                  <a:pt x="5782275" y="5111487"/>
                  <a:pt x="5881128" y="5011889"/>
                  <a:pt x="6006149" y="4994104"/>
                </a:cubicBezTo>
                <a:cubicBezTo>
                  <a:pt x="5898572" y="5143500"/>
                  <a:pt x="5761922" y="5243097"/>
                  <a:pt x="5633994" y="5353367"/>
                </a:cubicBezTo>
                <a:cubicBezTo>
                  <a:pt x="5596197" y="5385379"/>
                  <a:pt x="5558400" y="5406721"/>
                  <a:pt x="5552586" y="5474306"/>
                </a:cubicBezTo>
                <a:cubicBezTo>
                  <a:pt x="5535140" y="5605917"/>
                  <a:pt x="5488622" y="5712629"/>
                  <a:pt x="5383953" y="5769542"/>
                </a:cubicBezTo>
                <a:cubicBezTo>
                  <a:pt x="5383953" y="5769542"/>
                  <a:pt x="5389768" y="5790884"/>
                  <a:pt x="5392675" y="5801555"/>
                </a:cubicBezTo>
                <a:cubicBezTo>
                  <a:pt x="5456640" y="5805112"/>
                  <a:pt x="5506066" y="5726858"/>
                  <a:pt x="5584568" y="5755314"/>
                </a:cubicBezTo>
                <a:cubicBezTo>
                  <a:pt x="5506066" y="5862025"/>
                  <a:pt x="5442103" y="5954508"/>
                  <a:pt x="5334526" y="6004307"/>
                </a:cubicBezTo>
                <a:cubicBezTo>
                  <a:pt x="5247303" y="6043434"/>
                  <a:pt x="5139727" y="6068335"/>
                  <a:pt x="5075763" y="6196388"/>
                </a:cubicBezTo>
                <a:cubicBezTo>
                  <a:pt x="5148450" y="6221287"/>
                  <a:pt x="5203691" y="6189274"/>
                  <a:pt x="5258933" y="6167932"/>
                </a:cubicBezTo>
                <a:cubicBezTo>
                  <a:pt x="5343249" y="6132361"/>
                  <a:pt x="5427565" y="6093234"/>
                  <a:pt x="5511881" y="6057663"/>
                </a:cubicBezTo>
                <a:cubicBezTo>
                  <a:pt x="5543864" y="6043434"/>
                  <a:pt x="5578753" y="6036320"/>
                  <a:pt x="5599105" y="6100347"/>
                </a:cubicBezTo>
                <a:cubicBezTo>
                  <a:pt x="5491529" y="6114575"/>
                  <a:pt x="5427565" y="6199945"/>
                  <a:pt x="5360693" y="6281757"/>
                </a:cubicBezTo>
                <a:cubicBezTo>
                  <a:pt x="5322897" y="6327999"/>
                  <a:pt x="5290914" y="6388469"/>
                  <a:pt x="5224043" y="6367127"/>
                </a:cubicBezTo>
                <a:cubicBezTo>
                  <a:pt x="5189154" y="6356456"/>
                  <a:pt x="5165894" y="6388469"/>
                  <a:pt x="5168801" y="6431153"/>
                </a:cubicBezTo>
                <a:cubicBezTo>
                  <a:pt x="5183339" y="6580550"/>
                  <a:pt x="5099022" y="6630349"/>
                  <a:pt x="5011799" y="6658805"/>
                </a:cubicBezTo>
                <a:cubicBezTo>
                  <a:pt x="4883871" y="6701489"/>
                  <a:pt x="4770480" y="6786859"/>
                  <a:pt x="4651275" y="6858000"/>
                </a:cubicBezTo>
                <a:lnTo>
                  <a:pt x="1823619" y="6858000"/>
                </a:lnTo>
                <a:lnTo>
                  <a:pt x="947849" y="6858000"/>
                </a:lnTo>
                <a:lnTo>
                  <a:pt x="732568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E4619-8164-F8C6-671E-9BCDCA00C6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3375" y="609600"/>
            <a:ext cx="4819650" cy="52482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algn="l"/>
            <a:r>
              <a:rPr lang="en-US" sz="48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Faith and AI: </a:t>
            </a:r>
            <a:br>
              <a:rPr lang="en-US" sz="24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good, the bad and the agathokakological    </a:t>
            </a:r>
            <a:br>
              <a:rPr lang="en-US" sz="2400" b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i="1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Alin Vrancila</a:t>
            </a:r>
            <a:br>
              <a:rPr lang="en-US" sz="24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CEO of </a:t>
            </a:r>
            <a:r>
              <a:rPr lang="en-US" sz="2400" b="0" i="1" kern="120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JessupGlobal</a:t>
            </a:r>
            <a:br>
              <a:rPr lang="en-US" sz="24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Founding Partner </a:t>
            </a:r>
            <a:br>
              <a:rPr lang="en-US" sz="18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i="1" kern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US" sz="18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UsefulToGod.com | verumseminary.com </a:t>
            </a:r>
            <a:endParaRPr lang="en-US" sz="1800" b="1" kern="12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9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33CD8-5976-ACC8-CB40-2A14D745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FD262-C721-CC50-6192-3AA7591A9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9" b="769"/>
          <a:stretch/>
        </p:blipFill>
        <p:spPr>
          <a:xfrm>
            <a:off x="-4084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F1FC67-7841-0133-1A76-2D7EC11A3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847" y="1262418"/>
            <a:ext cx="9795637" cy="1357952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8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HERO’S JOURNEY</a:t>
            </a:r>
          </a:p>
        </p:txBody>
      </p:sp>
    </p:spTree>
    <p:extLst>
      <p:ext uri="{BB962C8B-B14F-4D97-AF65-F5344CB8AC3E}">
        <p14:creationId xmlns:p14="http://schemas.microsoft.com/office/powerpoint/2010/main" val="398905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3324-C208-6AFD-69FD-4FDEB571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bot hands reaching out to a cross&#10;&#10;Description automatically generated">
            <a:extLst>
              <a:ext uri="{FF2B5EF4-FFF2-40B4-BE49-F238E27FC236}">
                <a16:creationId xmlns:a16="http://schemas.microsoft.com/office/drawing/2014/main" id="{8FA8FE3F-740F-DE27-BBD1-5968516A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632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3C6C88-9158-76DA-85D4-93B0AC33C7BA}"/>
              </a:ext>
            </a:extLst>
          </p:cNvPr>
          <p:cNvSpPr/>
          <p:nvPr/>
        </p:nvSpPr>
        <p:spPr>
          <a:xfrm>
            <a:off x="6788150" y="403402"/>
            <a:ext cx="5203825" cy="5165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God does a NEW thing, or we go through something completely outside of our comfort zone: </a:t>
            </a:r>
          </a:p>
          <a:p>
            <a:pPr marR="0" lv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Hero’s journey step 1: </a:t>
            </a:r>
          </a:p>
          <a:p>
            <a:pPr marR="0" lv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We need to let go of simplicity… and reductionism </a:t>
            </a:r>
          </a:p>
        </p:txBody>
      </p:sp>
    </p:spTree>
    <p:extLst>
      <p:ext uri="{BB962C8B-B14F-4D97-AF65-F5344CB8AC3E}">
        <p14:creationId xmlns:p14="http://schemas.microsoft.com/office/powerpoint/2010/main" val="2586462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041CE-AD85-1C59-C595-EA179F22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6CE170-2C24-95C3-0AD0-9F821A17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46" r="21246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62A5E1-6103-7A82-C94D-43928AD100B4}"/>
              </a:ext>
            </a:extLst>
          </p:cNvPr>
          <p:cNvSpPr/>
          <p:nvPr/>
        </p:nvSpPr>
        <p:spPr>
          <a:xfrm>
            <a:off x="7234740" y="403402"/>
            <a:ext cx="4757235" cy="6092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Hero’s journey step 2: </a:t>
            </a:r>
          </a:p>
          <a:p>
            <a:pPr marR="0" lvl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Check to see where God is in your journey! </a:t>
            </a:r>
          </a:p>
        </p:txBody>
      </p:sp>
    </p:spTree>
    <p:extLst>
      <p:ext uri="{BB962C8B-B14F-4D97-AF65-F5344CB8AC3E}">
        <p14:creationId xmlns:p14="http://schemas.microsoft.com/office/powerpoint/2010/main" val="2772886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C9BC-3270-6F92-B5CB-BAF2E09F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E1373A-2147-3AEC-7B23-2EC890CFA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46" r="21246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B6CF45-5093-6540-85A8-72358FBAA456}"/>
              </a:ext>
            </a:extLst>
          </p:cNvPr>
          <p:cNvSpPr/>
          <p:nvPr/>
        </p:nvSpPr>
        <p:spPr>
          <a:xfrm>
            <a:off x="7004050" y="1657350"/>
            <a:ext cx="4987925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3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HERO’s Journey Step 3 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4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UNDERSTAND YOUR HIGHER CALLING </a:t>
            </a:r>
          </a:p>
        </p:txBody>
      </p:sp>
    </p:spTree>
    <p:extLst>
      <p:ext uri="{BB962C8B-B14F-4D97-AF65-F5344CB8AC3E}">
        <p14:creationId xmlns:p14="http://schemas.microsoft.com/office/powerpoint/2010/main" val="3489318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AB003-6AEB-EB04-EB5B-F0E7687A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C16DD4-26DD-60B4-3B96-AB1CB9EAEC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46" r="21246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50A584-199D-A5D2-EA16-07B7484B9805}"/>
              </a:ext>
            </a:extLst>
          </p:cNvPr>
          <p:cNvSpPr/>
          <p:nvPr/>
        </p:nvSpPr>
        <p:spPr>
          <a:xfrm>
            <a:off x="7004050" y="403402"/>
            <a:ext cx="4987925" cy="6149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endParaRPr lang="en-US" sz="60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US" sz="6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THIS APPLY TO YOU? 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92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person, table, holding, person&#10;&#10;Description automatically generated">
            <a:extLst>
              <a:ext uri="{FF2B5EF4-FFF2-40B4-BE49-F238E27FC236}">
                <a16:creationId xmlns:a16="http://schemas.microsoft.com/office/drawing/2014/main" id="{949539BC-D163-4414-96DC-1326A911DC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1" t="94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862BE82-D00D-42C1-BF16-93AA37870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6D92C2D-1D3D-4974-918C-06579FB35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0141" y="-2"/>
            <a:ext cx="5441859" cy="5654940"/>
          </a:xfrm>
          <a:custGeom>
            <a:avLst/>
            <a:gdLst>
              <a:gd name="connsiteX0" fmla="*/ 0 w 5441859"/>
              <a:gd name="connsiteY0" fmla="*/ 0 h 5654940"/>
              <a:gd name="connsiteX1" fmla="*/ 4400492 w 5441859"/>
              <a:gd name="connsiteY1" fmla="*/ 0 h 5654940"/>
              <a:gd name="connsiteX2" fmla="*/ 4484767 w 5441859"/>
              <a:gd name="connsiteY2" fmla="*/ 76595 h 5654940"/>
              <a:gd name="connsiteX3" fmla="*/ 5441859 w 5441859"/>
              <a:gd name="connsiteY3" fmla="*/ 2387221 h 5654940"/>
              <a:gd name="connsiteX4" fmla="*/ 2174140 w 5441859"/>
              <a:gd name="connsiteY4" fmla="*/ 5654940 h 5654940"/>
              <a:gd name="connsiteX5" fmla="*/ 156693 w 5441859"/>
              <a:gd name="connsiteY5" fmla="*/ 4957981 h 5654940"/>
              <a:gd name="connsiteX6" fmla="*/ 0 w 5441859"/>
              <a:gd name="connsiteY6" fmla="*/ 4820612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0" y="0"/>
                </a:moveTo>
                <a:lnTo>
                  <a:pt x="4400492" y="0"/>
                </a:lnTo>
                <a:lnTo>
                  <a:pt x="4484767" y="76595"/>
                </a:lnTo>
                <a:cubicBezTo>
                  <a:pt x="5076108" y="667936"/>
                  <a:pt x="5441859" y="1484866"/>
                  <a:pt x="5441859" y="2387221"/>
                </a:cubicBezTo>
                <a:cubicBezTo>
                  <a:pt x="5441859" y="4191932"/>
                  <a:pt x="3978851" y="5654940"/>
                  <a:pt x="2174140" y="5654940"/>
                </a:cubicBezTo>
                <a:cubicBezTo>
                  <a:pt x="1412778" y="5654940"/>
                  <a:pt x="712231" y="5394557"/>
                  <a:pt x="156693" y="4957981"/>
                </a:cubicBezTo>
                <a:lnTo>
                  <a:pt x="0" y="4820612"/>
                </a:lnTo>
                <a:close/>
              </a:path>
            </a:pathLst>
          </a:cu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97812E-AEC0-45BA-AA59-5175F9A0C9E7}"/>
              </a:ext>
            </a:extLst>
          </p:cNvPr>
          <p:cNvSpPr/>
          <p:nvPr/>
        </p:nvSpPr>
        <p:spPr>
          <a:xfrm>
            <a:off x="7412854" y="2248619"/>
            <a:ext cx="4680085" cy="31055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5300" b="1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  <a:endParaRPr lang="en-US" sz="15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881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105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Office Theme</vt:lpstr>
      <vt:lpstr>PowerPoint Presentation</vt:lpstr>
      <vt:lpstr>Faith and AI:  the good, the bad and the agathokakological       Alin Vrancila CEO of JessupGlobal  Founding Partner  www.UsefulToGod.com | verumseminary.com </vt:lpstr>
      <vt:lpstr>HERO’S JOURNEY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New  Digital Age</dc:title>
  <dc:creator>Alin V</dc:creator>
  <cp:lastModifiedBy>Alin V</cp:lastModifiedBy>
  <cp:revision>24</cp:revision>
  <dcterms:created xsi:type="dcterms:W3CDTF">2020-11-18T19:37:56Z</dcterms:created>
  <dcterms:modified xsi:type="dcterms:W3CDTF">2025-03-09T19:05:16Z</dcterms:modified>
</cp:coreProperties>
</file>